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  <p:sldId id="297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93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92B82-6FC7-6D55-3100-0D3C4C55C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878EBFA-963C-040A-D5F1-5962E43DA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248BBA2-807B-9E09-2968-8C1E2DD69F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7FB6B9E-867A-F54C-0093-739B9CF39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32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49106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IICHE-CHEMATHON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948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Leader Name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Leader Phone Number 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E9833-600B-6CAD-4A4C-BFF1215E5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0986" t="24908" r="21600" b="24507"/>
          <a:stretch>
            <a:fillRect/>
          </a:stretch>
        </p:blipFill>
        <p:spPr>
          <a:xfrm>
            <a:off x="7045776" y="2436907"/>
            <a:ext cx="2734310" cy="240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@Chemathon’26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24361E-28E8-106E-B325-23EF33C17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0986" t="24908" r="21600" b="24507"/>
          <a:stretch>
            <a:fillRect/>
          </a:stretch>
        </p:blipFill>
        <p:spPr>
          <a:xfrm>
            <a:off x="10339355" y="100963"/>
            <a:ext cx="1522872" cy="13417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AE546CB3-95D3-5BF2-0CDB-59415378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@Chemathon’26 Idea submission- Template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4F649-4A1F-4D7B-DFF7-B82827D12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0986" t="24908" r="21600" b="24507"/>
          <a:stretch>
            <a:fillRect/>
          </a:stretch>
        </p:blipFill>
        <p:spPr>
          <a:xfrm>
            <a:off x="10339355" y="100963"/>
            <a:ext cx="1522872" cy="1341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60EB8B69-0658-DE45-4A4D-1C4C22B6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@Chemathon’26 Idea submission- Template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8FBEE-48D8-99A2-B267-74E677AEF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0986" t="24908" r="21600" b="24507"/>
          <a:stretch>
            <a:fillRect/>
          </a:stretch>
        </p:blipFill>
        <p:spPr>
          <a:xfrm>
            <a:off x="10339355" y="100963"/>
            <a:ext cx="1522872" cy="134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3F2C0BCA-EC4E-0E7C-EA5B-4D15CA19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@Chemathon’26 Idea submission- Template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819CD-BE15-40FB-25A2-62CB77B06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0986" t="24908" r="21600" b="24507"/>
          <a:stretch>
            <a:fillRect/>
          </a:stretch>
        </p:blipFill>
        <p:spPr>
          <a:xfrm>
            <a:off x="10339355" y="100963"/>
            <a:ext cx="1522872" cy="134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844F3ED-A50C-E9BF-CAB9-19751644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@Chemathon’26 Idea submission- Template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55E23-BBB1-9F44-39EF-F63FC2E83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0986" t="24908" r="21600" b="24507"/>
          <a:stretch>
            <a:fillRect/>
          </a:stretch>
        </p:blipFill>
        <p:spPr>
          <a:xfrm>
            <a:off x="10339355" y="100963"/>
            <a:ext cx="1522872" cy="134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C526-5D77-A59F-EF78-D2F35647E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DDA42B-1ECE-5DBF-1974-5B129310D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E848FEDA-68DE-1E71-4B7D-242314D5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Team Details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3B2D3-7431-FFE9-DFDE-C9E27F104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07753D23-C3CF-2B2C-6692-E361648CA2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49B249-B798-9D19-5489-B8A980C14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50694"/>
              </p:ext>
            </p:extLst>
          </p:nvPr>
        </p:nvGraphicFramePr>
        <p:xfrm>
          <a:off x="609601" y="1574800"/>
          <a:ext cx="1083056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223">
                  <a:extLst>
                    <a:ext uri="{9D8B030D-6E8A-4147-A177-3AD203B41FA5}">
                      <a16:colId xmlns:a16="http://schemas.microsoft.com/office/drawing/2014/main" val="2257764981"/>
                    </a:ext>
                  </a:extLst>
                </a:gridCol>
                <a:gridCol w="1547223">
                  <a:extLst>
                    <a:ext uri="{9D8B030D-6E8A-4147-A177-3AD203B41FA5}">
                      <a16:colId xmlns:a16="http://schemas.microsoft.com/office/drawing/2014/main" val="1163742197"/>
                    </a:ext>
                  </a:extLst>
                </a:gridCol>
                <a:gridCol w="1547223">
                  <a:extLst>
                    <a:ext uri="{9D8B030D-6E8A-4147-A177-3AD203B41FA5}">
                      <a16:colId xmlns:a16="http://schemas.microsoft.com/office/drawing/2014/main" val="1352632305"/>
                    </a:ext>
                  </a:extLst>
                </a:gridCol>
                <a:gridCol w="1547223">
                  <a:extLst>
                    <a:ext uri="{9D8B030D-6E8A-4147-A177-3AD203B41FA5}">
                      <a16:colId xmlns:a16="http://schemas.microsoft.com/office/drawing/2014/main" val="3230030527"/>
                    </a:ext>
                  </a:extLst>
                </a:gridCol>
                <a:gridCol w="1547223">
                  <a:extLst>
                    <a:ext uri="{9D8B030D-6E8A-4147-A177-3AD203B41FA5}">
                      <a16:colId xmlns:a16="http://schemas.microsoft.com/office/drawing/2014/main" val="287628083"/>
                    </a:ext>
                  </a:extLst>
                </a:gridCol>
                <a:gridCol w="1547223">
                  <a:extLst>
                    <a:ext uri="{9D8B030D-6E8A-4147-A177-3AD203B41FA5}">
                      <a16:colId xmlns:a16="http://schemas.microsoft.com/office/drawing/2014/main" val="37471786"/>
                    </a:ext>
                  </a:extLst>
                </a:gridCol>
                <a:gridCol w="1547223">
                  <a:extLst>
                    <a:ext uri="{9D8B030D-6E8A-4147-A177-3AD203B41FA5}">
                      <a16:colId xmlns:a16="http://schemas.microsoft.com/office/drawing/2014/main" val="416487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 Number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College Full 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16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Team Leader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505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Member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573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Member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99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Member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13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Mentor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649662"/>
                  </a:ext>
                </a:extLst>
              </a:tr>
            </a:tbl>
          </a:graphicData>
        </a:graphic>
      </p:graphicFrame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1734C2AC-6DAE-AD37-EB94-DC8F918D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@Chemathon’26 Idea submission- Template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FB83C-77DC-3C73-EC24-A0C09AF5A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0986" t="24908" r="21600" b="24507"/>
          <a:stretch>
            <a:fillRect/>
          </a:stretch>
        </p:blipFill>
        <p:spPr>
          <a:xfrm>
            <a:off x="10339355" y="100963"/>
            <a:ext cx="1522872" cy="134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95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</a:t>
            </a:r>
            <a:r>
              <a:rPr lang="en-US" b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eight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(8).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7522</TotalTime>
  <Words>363</Words>
  <Application>Microsoft Office PowerPoint</Application>
  <PresentationFormat>Widescreen</PresentationFormat>
  <Paragraphs>78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IICHE-CHEMATHON 2026</vt:lpstr>
      <vt:lpstr> IDEA TITLE</vt:lpstr>
      <vt:lpstr>TECHNICAL APPROACH</vt:lpstr>
      <vt:lpstr>FEASIBILITY AND VIABILITY</vt:lpstr>
      <vt:lpstr>IMPACT AND BENEFITS</vt:lpstr>
      <vt:lpstr>RESEARCH  AND REFERENCES</vt:lpstr>
      <vt:lpstr>Team Details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Ashish Kumar</cp:lastModifiedBy>
  <cp:revision>153</cp:revision>
  <dcterms:created xsi:type="dcterms:W3CDTF">2013-12-12T18:46:50Z</dcterms:created>
  <dcterms:modified xsi:type="dcterms:W3CDTF">2026-01-21T01:10:50Z</dcterms:modified>
  <cp:category/>
</cp:coreProperties>
</file>